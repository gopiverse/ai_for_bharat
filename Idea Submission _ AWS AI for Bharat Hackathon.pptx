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anrope SemiBold"/>
      <p:regular r:id="rId17"/>
      <p:bold r:id="rId18"/>
    </p:embeddedFont>
    <p:embeddedFont>
      <p:font typeface="Manrope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1" roundtripDataSignature="AMtx7mjxXbMhnSvRKBHg3C3PoVkMHUK1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nrope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anropeSemiBold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anrope-regular.fntdata"/><Relationship Id="rId6" Type="http://schemas.openxmlformats.org/officeDocument/2006/relationships/slide" Target="slides/slide1.xml"/><Relationship Id="rId18" Type="http://schemas.openxmlformats.org/officeDocument/2006/relationships/font" Target="fonts/Manrope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8200044a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c8200044a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8200044a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c8200044a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eb2f589c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eb2f589c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 title="Artscfghgboard – 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  </a:t>
            </a:r>
            <a:r>
              <a:rPr b="0" i="0" lang="en-GB" sz="1600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	   IT SQUAD                             </a:t>
            </a:r>
            <a:endParaRPr b="0" i="0" sz="1600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383675" y="4298144"/>
            <a:ext cx="8520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"/>
              <a:buFont typeface="Arial"/>
              <a:buNone/>
            </a:pPr>
            <a:r>
              <a:rPr lang="en-GB" sz="154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</a:t>
            </a:r>
            <a:r>
              <a:rPr b="0" i="0" lang="en-GB" sz="1540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  Food is wasted because people don’t know what to cook with what they already</a:t>
            </a:r>
            <a:r>
              <a:rPr lang="en-GB" sz="154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</a:t>
            </a:r>
            <a:r>
              <a:rPr b="0" i="0" lang="en-GB" sz="1540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have.</a:t>
            </a:r>
            <a:endParaRPr b="0" i="0" sz="1540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  </a:t>
            </a:r>
            <a:r>
              <a:rPr b="0" i="0" lang="en-GB" sz="1600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   </a:t>
            </a: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</a:t>
            </a: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Gopika G S</a:t>
            </a:r>
            <a:endParaRPr b="0" i="0" sz="1600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2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"/>
          <p:cNvSpPr txBox="1"/>
          <p:nvPr/>
        </p:nvSpPr>
        <p:spPr>
          <a:xfrm>
            <a:off x="311700" y="546850"/>
            <a:ext cx="36537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i="0" lang="en-GB" sz="20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about the Idea:</a:t>
            </a:r>
            <a:endParaRPr b="1" i="0" sz="20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311700" y="1378625"/>
            <a:ext cx="8315700" cy="3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434343"/>
                </a:solidFill>
              </a:rPr>
              <a:t>Problem</a:t>
            </a:r>
            <a:endParaRPr b="1" sz="2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434343"/>
                </a:solidFill>
              </a:rPr>
              <a:t>Households waste large amounts of food due to forgotten ingredients, poor inventory tracking, and lack of recipe ideas, while existing recipe applications work one-way requiring manual ingredient entry and offering generic, keyword-based suggestions that fail to understand real household situations, leading to financial loss and environmental impact.</a:t>
            </a:r>
            <a:endParaRPr sz="2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3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/>
          <p:cNvSpPr txBox="1"/>
          <p:nvPr/>
        </p:nvSpPr>
        <p:spPr>
          <a:xfrm>
            <a:off x="426763" y="686175"/>
            <a:ext cx="8290500" cy="4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Why The Zero-Waste Chef?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600">
              <a:solidFill>
                <a:schemeClr val="dk2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anrope SemiBold"/>
              <a:buAutoNum type="arabicPeriod"/>
            </a:pPr>
            <a:r>
              <a:rPr lang="en-GB" sz="1600">
                <a:solidFill>
                  <a:schemeClr val="dk2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How is it different from existing solutions?</a:t>
            </a:r>
            <a:endParaRPr sz="1600">
              <a:solidFill>
                <a:schemeClr val="dk2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1600">
                <a:solidFill>
                  <a:schemeClr val="dk2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	• </a:t>
            </a:r>
            <a:r>
              <a:rPr lang="en-GB" sz="1600">
                <a:solidFill>
                  <a:schemeClr val="dk2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Existing recipe apps require manual ingredient entry.</a:t>
            </a:r>
            <a:endParaRPr sz="1600">
              <a:solidFill>
                <a:schemeClr val="dk2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45720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1600">
                <a:solidFill>
                  <a:schemeClr val="dk2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• Smart kitchen apps depend on expensive IoT devices or smart appliances.</a:t>
            </a:r>
            <a:endParaRPr sz="1600">
              <a:solidFill>
                <a:schemeClr val="dk2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1600">
                <a:solidFill>
                  <a:schemeClr val="dk2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	• Food waste trackers only analyze waste after it happens.</a:t>
            </a:r>
            <a:endParaRPr sz="1600">
              <a:solidFill>
                <a:schemeClr val="dk2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600">
              <a:solidFill>
                <a:schemeClr val="dk2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anrope SemiBold"/>
              <a:buAutoNum type="arabicPeriod"/>
            </a:pPr>
            <a:r>
              <a:rPr lang="en-GB" sz="1600">
                <a:solidFill>
                  <a:schemeClr val="dk2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Our Approach:</a:t>
            </a:r>
            <a:endParaRPr sz="1600">
              <a:solidFill>
                <a:schemeClr val="dk2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1600">
                <a:solidFill>
                  <a:schemeClr val="dk2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Uses image-based multimodal AI to automatically detect ingredients from a fridge photo and provides an editable inventory, combining automation with user control — no hardware required.</a:t>
            </a:r>
            <a:endParaRPr sz="1600">
              <a:solidFill>
                <a:schemeClr val="dk2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34"/>
              <a:buFont typeface="Arial"/>
              <a:buNone/>
            </a:pPr>
            <a:r>
              <a:t/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g3c8200044ab_0_7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g3c8200044ab_0_7"/>
          <p:cNvSpPr txBox="1"/>
          <p:nvPr/>
        </p:nvSpPr>
        <p:spPr>
          <a:xfrm>
            <a:off x="337050" y="1038825"/>
            <a:ext cx="8806800" cy="3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How does it solve the problem?</a:t>
            </a:r>
            <a:endParaRPr b="1" sz="16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16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	</a:t>
            </a:r>
            <a:r>
              <a:rPr lang="en-GB" sz="1500">
                <a:solidFill>
                  <a:schemeClr val="dk2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• Identifies available ingredients instantly using computer vision.</a:t>
            </a:r>
            <a:endParaRPr sz="1500">
              <a:solidFill>
                <a:schemeClr val="dk2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1500">
                <a:solidFill>
                  <a:schemeClr val="dk2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	• Prioritizes perishable items to prevent spoilage.</a:t>
            </a:r>
            <a:endParaRPr sz="1500">
              <a:solidFill>
                <a:schemeClr val="dk2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1500">
                <a:solidFill>
                  <a:schemeClr val="dk2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	• Generates recipes constrained to existing ingredients.</a:t>
            </a:r>
            <a:endParaRPr sz="1500">
              <a:solidFill>
                <a:schemeClr val="dk2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	• Quantifies impact through money saved and CO₂ reduction, motivating behavioral  change.</a:t>
            </a:r>
            <a:endParaRPr>
              <a:solidFill>
                <a:schemeClr val="dk2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45720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• Converts awareness into immediate actionable cooking decisions.</a:t>
            </a:r>
            <a:endParaRPr sz="1500">
              <a:solidFill>
                <a:schemeClr val="dk2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g3c8200044ab_0_12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g3c8200044ab_0_12"/>
          <p:cNvSpPr txBox="1"/>
          <p:nvPr/>
        </p:nvSpPr>
        <p:spPr>
          <a:xfrm>
            <a:off x="633425" y="937850"/>
            <a:ext cx="8260200" cy="39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b="1" lang="en-GB" sz="16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USP (Unique Selling Proposition)</a:t>
            </a:r>
            <a:endParaRPr b="1" sz="16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anrope SemiBold"/>
              <a:buChar char="➢"/>
            </a:pPr>
            <a:r>
              <a:rPr lang="en-GB" sz="16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Human-in-the-Loop AI </a:t>
            </a:r>
            <a:r>
              <a:rPr lang="en-GB" sz="1600">
                <a:solidFill>
                  <a:schemeClr val="dk2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:  Users can edit detected ingredients for accuracy</a:t>
            </a:r>
            <a:endParaRPr sz="1600">
              <a:solidFill>
                <a:schemeClr val="dk2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anrope SemiBold"/>
              <a:buChar char="➢"/>
            </a:pPr>
            <a:r>
              <a:rPr lang="en-GB" sz="1600">
                <a:solidFill>
                  <a:schemeClr val="dk2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</a:t>
            </a:r>
            <a:r>
              <a:rPr lang="en-GB" sz="16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Strict-Constraint Recipe Engine </a:t>
            </a:r>
            <a:r>
              <a:rPr lang="en-GB" sz="1600">
                <a:solidFill>
                  <a:schemeClr val="dk2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: Recipes only use available items (minimal waste)</a:t>
            </a:r>
            <a:endParaRPr sz="1600">
              <a:solidFill>
                <a:schemeClr val="dk2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anrope SemiBold"/>
              <a:buChar char="➢"/>
            </a:pPr>
            <a:r>
              <a:rPr lang="en-GB" sz="16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Impact Dashboard</a:t>
            </a:r>
            <a:r>
              <a:rPr lang="en-GB" sz="1600">
                <a:solidFill>
                  <a:schemeClr val="dk2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: Shows real-world environmental &amp; financial savings</a:t>
            </a:r>
            <a:endParaRPr sz="1600">
              <a:solidFill>
                <a:schemeClr val="dk2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anrope SemiBold"/>
              <a:buChar char="➢"/>
            </a:pPr>
            <a:r>
              <a:rPr lang="en-GB" sz="16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No Smart Hardware Needed</a:t>
            </a:r>
            <a:r>
              <a:rPr lang="en-GB" sz="1600">
                <a:solidFill>
                  <a:schemeClr val="dk2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: Works with just a smartphone camera</a:t>
            </a:r>
            <a:endParaRPr sz="1600">
              <a:solidFill>
                <a:schemeClr val="dk2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4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88675"/>
            <a:ext cx="9144023" cy="523217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4"/>
          <p:cNvSpPr txBox="1"/>
          <p:nvPr/>
        </p:nvSpPr>
        <p:spPr>
          <a:xfrm>
            <a:off x="235700" y="394800"/>
            <a:ext cx="51303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i="0" lang="en-GB" sz="18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  <a:endParaRPr b="1" i="0" sz="18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89" name="Google Shape;89;p4" title="WhatsApp Image 2026-02-14 at 16.49.54.jpeg"/>
          <p:cNvPicPr preferRelativeResize="0"/>
          <p:nvPr/>
        </p:nvPicPr>
        <p:blipFill rotWithShape="1">
          <a:blip r:embed="rId4">
            <a:alphaModFix/>
          </a:blip>
          <a:srcRect b="7535" l="0" r="-1708" t="0"/>
          <a:stretch/>
        </p:blipFill>
        <p:spPr>
          <a:xfrm>
            <a:off x="324375" y="1089500"/>
            <a:ext cx="4185700" cy="38033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4"/>
          <p:cNvSpPr txBox="1"/>
          <p:nvPr/>
        </p:nvSpPr>
        <p:spPr>
          <a:xfrm>
            <a:off x="4652800" y="1925525"/>
            <a:ext cx="4261800" cy="1076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3620000" dist="19050">
              <a:srgbClr val="666666">
                <a:alpha val="27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Instantly identify all items in your fridge or pantry with a single photo. No manual input, just smart vision.       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g3beb2f589c3_0_4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88675"/>
            <a:ext cx="9144023" cy="5232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g3beb2f589c3_0_4" title="WhatsApp Image 2026-02-14 at 09.10.57.jpeg"/>
          <p:cNvPicPr preferRelativeResize="0"/>
          <p:nvPr/>
        </p:nvPicPr>
        <p:blipFill rotWithShape="1">
          <a:blip r:embed="rId4">
            <a:alphaModFix/>
          </a:blip>
          <a:srcRect b="6085" l="0" r="0" t="0"/>
          <a:stretch/>
        </p:blipFill>
        <p:spPr>
          <a:xfrm>
            <a:off x="450350" y="709450"/>
            <a:ext cx="4185700" cy="399310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beb2f589c3_0_4"/>
          <p:cNvSpPr txBox="1"/>
          <p:nvPr/>
        </p:nvSpPr>
        <p:spPr>
          <a:xfrm>
            <a:off x="4732275" y="1875000"/>
            <a:ext cx="4261800" cy="1076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3620000" dist="19050">
              <a:srgbClr val="666666">
                <a:alpha val="27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Get gourmet-quality recipes, crafted only from your available ingredients, prioritizing what needs to be used first.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5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5"/>
          <p:cNvSpPr txBox="1"/>
          <p:nvPr/>
        </p:nvSpPr>
        <p:spPr>
          <a:xfrm>
            <a:off x="311700" y="1963650"/>
            <a:ext cx="3476400" cy="25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</a:t>
            </a:r>
            <a:endParaRPr b="1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04" name="Google Shape;104;p5" title="WhatsApp Image 2026-02-13 at 23.11.16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9850" y="620775"/>
            <a:ext cx="5751602" cy="4320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7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88675"/>
            <a:ext cx="9144023" cy="5232174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7"/>
          <p:cNvSpPr txBox="1"/>
          <p:nvPr/>
        </p:nvSpPr>
        <p:spPr>
          <a:xfrm>
            <a:off x="324375" y="2039675"/>
            <a:ext cx="3603000" cy="20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  <a:endParaRPr b="0" i="0" sz="1400" u="none" cap="none" strike="noStrike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11" name="Google Shape;111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4925" y="430725"/>
            <a:ext cx="4211125" cy="4548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8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8"/>
          <p:cNvSpPr txBox="1"/>
          <p:nvPr/>
        </p:nvSpPr>
        <p:spPr>
          <a:xfrm>
            <a:off x="337025" y="1714500"/>
            <a:ext cx="3414300" cy="26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to be used in the solution:</a:t>
            </a:r>
            <a:endParaRPr b="1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t/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t/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18" name="Google Shape;118;p8" title="Screenshot_2026-02-14_23-15-53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6325" y="736950"/>
            <a:ext cx="4915275" cy="402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1" title="AI for Bharddat BANNER – 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